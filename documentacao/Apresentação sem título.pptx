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a9a702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a9a702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5a9a702d0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5a9a702d0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5a9a702d0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5a9a702d0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5a9a702d0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5a9a702d0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5a9a702d0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5a9a702d0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5a9a702d0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5a9a702d0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5a9a702d0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5a9a702d0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5a9a702d0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5a9a702d0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5a9a702d0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5a9a702d0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5a9a702d0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5a9a702d0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5a9a702d0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5a9a702d0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5a9a702d0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5a9a702d0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pt-BR" sz="2000"/>
              <a:t>SIMULADOR FINANCEIRO INTERATIVO PARA EDUCAÇÃO EM INVESTIMENTOS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132500" y="3549525"/>
            <a:ext cx="4422300" cy="8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rPr i="1" lang="pt-BR" sz="14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Sistema de Jogo </a:t>
            </a:r>
            <a:r>
              <a:rPr i="1" lang="pt-BR" sz="14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Educacional </a:t>
            </a:r>
            <a:r>
              <a:rPr i="1" lang="pt-BR" sz="14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Educacional com Mecânicas de Mercado Financeiro</a:t>
            </a:r>
            <a:endParaRPr b="1"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pt-BR" sz="1280">
                <a:latin typeface="Aptos"/>
                <a:ea typeface="Aptos"/>
                <a:cs typeface="Aptos"/>
                <a:sym typeface="Aptos"/>
              </a:rPr>
              <a:t>Este trabalho apresenta o desenvolvimento do “Bankov”, um simulador financeiro interativo desenvolvido em C++ utilizando a biblioteca gráfica Raylib.</a:t>
            </a:r>
            <a:endParaRPr b="1" sz="18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1280"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141" name="Google Shape;141;p14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7400" y="1079675"/>
            <a:ext cx="7143352" cy="396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725" y="580425"/>
            <a:ext cx="5819775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00" y="853450"/>
            <a:ext cx="8305800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7625" y="0"/>
            <a:ext cx="4243201" cy="5016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3200" y="78600"/>
            <a:ext cx="568429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4500" y="152400"/>
            <a:ext cx="530160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pt-BR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Camada de Apresentação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2" name="Google Shape;172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Responsável pela interface gráfica e interação com o usuário, implementada utilizando a biblioteca Raylib. Esta camada inclui:</a:t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●"/>
            </a:pPr>
            <a:r>
              <a:rPr b="1" lang="pt-BR" sz="18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Sistema de Renderização</a:t>
            </a:r>
            <a:r>
              <a:rPr lang="pt-BR" sz="18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: Gerencia a exibição de todos os elementos visuais;</a:t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●"/>
            </a:pPr>
            <a:r>
              <a:rPr b="1" lang="pt-BR" sz="18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Sistema de Animações</a:t>
            </a:r>
            <a:r>
              <a:rPr lang="pt-BR" sz="18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: Controla animações como o dado rolante;</a:t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●"/>
            </a:pPr>
            <a:r>
              <a:rPr b="1" lang="pt-BR" sz="18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Interface de Usuário</a:t>
            </a:r>
            <a:r>
              <a:rPr lang="pt-BR" sz="18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: Painéis informativos, tabuleiro e elementos de controle.</a:t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spcBef>
                <a:spcPts val="18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Camada de Controle</a:t>
            </a:r>
            <a:endParaRPr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spcBef>
                <a:spcPts val="800"/>
              </a:spcBef>
              <a:spcAft>
                <a:spcPts val="40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1297500" y="1567550"/>
            <a:ext cx="7038900" cy="3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Centraliza a lógica de controle do jogo através da classe principal Game. Suas responsabilidades incluem:</a:t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Gerenciamento de Estados: Controla transições entre diferentes estados do jogo;</a:t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Processamento de Entrada: Interpreta comandos do usuário;</a:t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Coordenação de Componentes: Orquestra interações entre diferentes subsistemas.</a:t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Camada de Negócio</a:t>
            </a:r>
            <a:endParaRPr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spcBef>
                <a:spcPts val="800"/>
              </a:spcBef>
              <a:spcAft>
                <a:spcPts val="40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184" name="Google Shape;184;p22"/>
          <p:cNvSpPr txBox="1"/>
          <p:nvPr>
            <p:ph idx="1" type="body"/>
          </p:nvPr>
        </p:nvSpPr>
        <p:spPr>
          <a:xfrm>
            <a:off x="1297500" y="1567550"/>
            <a:ext cx="7038900" cy="3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Implementa as regras de negócio do simulador financeiro:</a:t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Simulação Econômica: Modelo da taxa Selic e seus efeitos;</a:t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Lógica de Investimentos: Regras para compra, venda e valorização de ativos;</a:t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Sistema de Eventos: Eventos aleatórios que afetam o mercado.</a:t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pt-BR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Camada de Dados</a:t>
            </a:r>
            <a:endParaRPr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190" name="Google Shape;190;p23"/>
          <p:cNvSpPr txBox="1"/>
          <p:nvPr>
            <p:ph idx="1" type="body"/>
          </p:nvPr>
        </p:nvSpPr>
        <p:spPr>
          <a:xfrm>
            <a:off x="1297500" y="1567550"/>
            <a:ext cx="7038900" cy="3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Gerencia o modelo de dados do sistema através de classes especializadas:</a:t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Entidades de Domínio: Player, Property, Stock, FII;</a:t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Estruturas de Dados: Containers para propriedades, histórico, etc.;</a:t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Persistência de Estado: Manutenção de estado durante execução.</a:t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pt-BR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Sistema de Simulação Econômica</a:t>
            </a:r>
            <a:endParaRPr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196" name="Google Shape;196;p24"/>
          <p:cNvSpPr txBox="1"/>
          <p:nvPr>
            <p:ph idx="1" type="body"/>
          </p:nvPr>
        </p:nvSpPr>
        <p:spPr>
          <a:xfrm>
            <a:off x="1297500" y="1567550"/>
            <a:ext cx="7038900" cy="3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O modelo econômico implementado reproduz a relação inversa entre taxa Selic e preços de ativos. A implementação central está na função processDiceRoll():</a:t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// Reduzir a Selic após aplicar o rendimento</a:t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float oldSelicRate = selicRate;</a:t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Aptos"/>
                <a:ea typeface="Aptos"/>
                <a:cs typeface="Aptos"/>
                <a:sym typeface="Aptos"/>
              </a:rPr>
              <a:t>selicRate = std::max(2.0f, selicRate - 0.5f);</a:t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FIM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